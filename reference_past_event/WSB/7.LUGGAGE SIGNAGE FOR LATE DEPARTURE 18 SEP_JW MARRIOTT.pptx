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3" r:id="rId8"/>
    <p:sldId id="257" r:id="rId9"/>
    <p:sldId id="258" r:id="rId10"/>
    <p:sldId id="259" r:id="rId11"/>
    <p:sldId id="260" r:id="rId12"/>
    <p:sldId id="261" r:id="rId13"/>
    <p:sldId id="262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2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1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3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8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5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4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79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8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0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0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43D0F-6422-4E19-AD5E-7DFF7D80D3E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68F5-21B2-4DB6-8F8E-B46DD6ABC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4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07:15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572947" y="5130879"/>
            <a:ext cx="371210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UA806</a:t>
            </a:r>
          </a:p>
          <a:p>
            <a:pPr algn="ctr"/>
            <a:r>
              <a:rPr lang="en-US" sz="10000" b="1" dirty="0">
                <a:solidFill>
                  <a:srgbClr val="FF0000"/>
                </a:solidFill>
              </a:rPr>
              <a:t>BR169</a:t>
            </a:r>
          </a:p>
        </p:txBody>
      </p:sp>
    </p:spTree>
    <p:extLst>
      <p:ext uri="{BB962C8B-B14F-4D97-AF65-F5344CB8AC3E}">
        <p14:creationId xmlns:p14="http://schemas.microsoft.com/office/powerpoint/2010/main" val="351141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07:45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633380" y="5130879"/>
            <a:ext cx="359124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OZ202</a:t>
            </a:r>
          </a:p>
          <a:p>
            <a:pPr algn="ctr"/>
            <a:r>
              <a:rPr lang="en-US" sz="10000" b="1" dirty="0">
                <a:solidFill>
                  <a:srgbClr val="FF0000"/>
                </a:solidFill>
              </a:rPr>
              <a:t>YP101</a:t>
            </a:r>
          </a:p>
        </p:txBody>
      </p:sp>
    </p:spTree>
    <p:extLst>
      <p:ext uri="{BB962C8B-B14F-4D97-AF65-F5344CB8AC3E}">
        <p14:creationId xmlns:p14="http://schemas.microsoft.com/office/powerpoint/2010/main" val="350068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08:20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635080" y="5130879"/>
            <a:ext cx="358784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CA124</a:t>
            </a:r>
          </a:p>
          <a:p>
            <a:pPr algn="ctr"/>
            <a:r>
              <a:rPr lang="en-US" sz="10000" b="1" dirty="0">
                <a:solidFill>
                  <a:srgbClr val="FF0000"/>
                </a:solidFill>
              </a:rPr>
              <a:t>KE951</a:t>
            </a:r>
          </a:p>
          <a:p>
            <a:pPr algn="ctr"/>
            <a:endParaRPr lang="en-US" sz="10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7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09:15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500428" y="5130879"/>
            <a:ext cx="385714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NQ122</a:t>
            </a:r>
          </a:p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CX439</a:t>
            </a:r>
            <a:endParaRPr lang="en-US" sz="10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11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09:35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633381" y="5130879"/>
            <a:ext cx="359124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OZ713</a:t>
            </a:r>
          </a:p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KE17</a:t>
            </a:r>
            <a:endParaRPr lang="en-US" sz="10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8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11:00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633381" y="5130879"/>
            <a:ext cx="359124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OZ106</a:t>
            </a:r>
            <a:endParaRPr lang="en-US" sz="10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18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1364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11</a:t>
            </a:r>
            <a:r>
              <a:rPr lang="en-US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5</a:t>
            </a:r>
            <a:r>
              <a:rPr lang="en-US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572946" y="5130879"/>
            <a:ext cx="371210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DL188</a:t>
            </a:r>
          </a:p>
          <a:p>
            <a:pPr algn="ctr"/>
            <a:r>
              <a:rPr lang="en-US" altLang="zh-CN" sz="10000" b="1" dirty="0">
                <a:solidFill>
                  <a:srgbClr val="FF0000"/>
                </a:solidFill>
              </a:rPr>
              <a:t>UA892</a:t>
            </a:r>
            <a:endParaRPr lang="en-US" sz="10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94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52121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en-US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844335" y="5046658"/>
            <a:ext cx="333777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0" b="1" dirty="0">
                <a:solidFill>
                  <a:srgbClr val="FF0000"/>
                </a:solidFill>
              </a:rPr>
              <a:t>AA280</a:t>
            </a:r>
          </a:p>
          <a:p>
            <a:pPr algn="ctr"/>
            <a:r>
              <a:rPr lang="en-US" altLang="zh-CN" sz="9000" b="1" dirty="0">
                <a:solidFill>
                  <a:srgbClr val="FF0000"/>
                </a:solidFill>
              </a:rPr>
              <a:t>AC64</a:t>
            </a:r>
          </a:p>
          <a:p>
            <a:pPr algn="ctr"/>
            <a:r>
              <a:rPr lang="en-US" altLang="zh-CN" sz="9000" b="1" dirty="0">
                <a:solidFill>
                  <a:srgbClr val="FF0000"/>
                </a:solidFill>
              </a:rPr>
              <a:t>KE663</a:t>
            </a:r>
            <a:endParaRPr lang="en-US" sz="9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79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52121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en-US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50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946126" y="5046658"/>
            <a:ext cx="313419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0" b="1" dirty="0">
                <a:solidFill>
                  <a:srgbClr val="FF0000"/>
                </a:solidFill>
              </a:rPr>
              <a:t>KE651</a:t>
            </a:r>
          </a:p>
          <a:p>
            <a:pPr algn="ctr"/>
            <a:r>
              <a:rPr lang="en-US" altLang="zh-CN" sz="9000" b="1" dirty="0">
                <a:solidFill>
                  <a:srgbClr val="FF0000"/>
                </a:solidFill>
              </a:rPr>
              <a:t>KE705</a:t>
            </a:r>
          </a:p>
        </p:txBody>
      </p:sp>
    </p:spTree>
    <p:extLst>
      <p:ext uri="{BB962C8B-B14F-4D97-AF65-F5344CB8AC3E}">
        <p14:creationId xmlns:p14="http://schemas.microsoft.com/office/powerpoint/2010/main" val="371261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52121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14:05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2045512" y="5046658"/>
            <a:ext cx="293541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KE71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KE623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7C2103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AC62</a:t>
            </a:r>
          </a:p>
        </p:txBody>
      </p:sp>
    </p:spTree>
    <p:extLst>
      <p:ext uri="{BB962C8B-B14F-4D97-AF65-F5344CB8AC3E}">
        <p14:creationId xmlns:p14="http://schemas.microsoft.com/office/powerpoint/2010/main" val="76553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52121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14:40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1851548" y="5046658"/>
            <a:ext cx="332334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FF0000"/>
                </a:solidFill>
              </a:rPr>
              <a:t>OZ703</a:t>
            </a:r>
          </a:p>
          <a:p>
            <a:pPr algn="ctr"/>
            <a:r>
              <a:rPr lang="en-US" altLang="zh-CN" sz="8000" b="1" dirty="0">
                <a:solidFill>
                  <a:srgbClr val="FF0000"/>
                </a:solidFill>
              </a:rPr>
              <a:t>KE5019</a:t>
            </a:r>
          </a:p>
          <a:p>
            <a:pPr algn="ctr"/>
            <a:r>
              <a:rPr lang="en-US" altLang="zh-CN" sz="8000" b="1" dirty="0">
                <a:solidFill>
                  <a:srgbClr val="FF0000"/>
                </a:solidFill>
              </a:rPr>
              <a:t>DL172</a:t>
            </a:r>
          </a:p>
        </p:txBody>
      </p:sp>
    </p:spTree>
    <p:extLst>
      <p:ext uri="{BB962C8B-B14F-4D97-AF65-F5344CB8AC3E}">
        <p14:creationId xmlns:p14="http://schemas.microsoft.com/office/powerpoint/2010/main" val="2746267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52121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15:30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2246690" y="5046658"/>
            <a:ext cx="2533066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CX419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KE11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KE719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PR469</a:t>
            </a:r>
          </a:p>
          <a:p>
            <a:pPr algn="ctr"/>
            <a:endParaRPr lang="en-US" altLang="zh-CN" sz="7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068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CE905-C1A4-416C-B5F6-350016A5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08" y="462668"/>
            <a:ext cx="5851826" cy="180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200C-3AAB-43B3-A899-E0F50EA3CC09}"/>
              </a:ext>
            </a:extLst>
          </p:cNvPr>
          <p:cNvSpPr txBox="1"/>
          <p:nvPr/>
        </p:nvSpPr>
        <p:spPr>
          <a:xfrm>
            <a:off x="2079912" y="2358189"/>
            <a:ext cx="2698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MEETING TIME: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DFBDA-B6B2-4C6A-9368-F55E0B32BEC2}"/>
              </a:ext>
            </a:extLst>
          </p:cNvPr>
          <p:cNvSpPr txBox="1"/>
          <p:nvPr/>
        </p:nvSpPr>
        <p:spPr>
          <a:xfrm>
            <a:off x="2156054" y="2952121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FF0000"/>
                </a:solidFill>
                <a:highlight>
                  <a:srgbClr val="FFFF00"/>
                </a:highlight>
              </a:rPr>
              <a:t>16:10</a:t>
            </a:r>
            <a:endParaRPr lang="en-US" sz="8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4A5B-74F6-495A-91ED-AD3E2D1A9AB0}"/>
              </a:ext>
            </a:extLst>
          </p:cNvPr>
          <p:cNvSpPr txBox="1"/>
          <p:nvPr/>
        </p:nvSpPr>
        <p:spPr>
          <a:xfrm>
            <a:off x="1950067" y="4406982"/>
            <a:ext cx="3135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u="sng" dirty="0"/>
              <a:t>FLIGHT NUMBERS: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0695A-EF3C-4E05-8F41-3306FAB3006C}"/>
              </a:ext>
            </a:extLst>
          </p:cNvPr>
          <p:cNvSpPr txBox="1"/>
          <p:nvPr/>
        </p:nvSpPr>
        <p:spPr>
          <a:xfrm>
            <a:off x="612202" y="5108307"/>
            <a:ext cx="293541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OZ204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KE5007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WS87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7C2113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7CD52-E818-40F3-E3D1-BFABE14BD833}"/>
              </a:ext>
            </a:extLst>
          </p:cNvPr>
          <p:cNvSpPr txBox="1"/>
          <p:nvPr/>
        </p:nvSpPr>
        <p:spPr>
          <a:xfrm>
            <a:off x="3900096" y="5631010"/>
            <a:ext cx="2808782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KE5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OZ224</a:t>
            </a:r>
          </a:p>
          <a:p>
            <a:pPr algn="ctr"/>
            <a:r>
              <a:rPr lang="en-US" altLang="zh-CN" sz="7000" b="1" dirty="0">
                <a:solidFill>
                  <a:srgbClr val="FF0000"/>
                </a:solidFill>
              </a:rPr>
              <a:t>TW531</a:t>
            </a:r>
          </a:p>
        </p:txBody>
      </p:sp>
    </p:spTree>
    <p:extLst>
      <p:ext uri="{BB962C8B-B14F-4D97-AF65-F5344CB8AC3E}">
        <p14:creationId xmlns:p14="http://schemas.microsoft.com/office/powerpoint/2010/main" val="1388320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127</Words>
  <Application>Microsoft Macintosh PowerPoint</Application>
  <PresentationFormat>A4 Paper (210x297 mm)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Faith Dang</dc:creator>
  <cp:lastModifiedBy>Adam Yan - Journey Beyond Asia</cp:lastModifiedBy>
  <cp:revision>8</cp:revision>
  <cp:lastPrinted>2025-09-17T21:45:23Z</cp:lastPrinted>
  <dcterms:created xsi:type="dcterms:W3CDTF">2025-09-17T05:03:57Z</dcterms:created>
  <dcterms:modified xsi:type="dcterms:W3CDTF">2025-09-17T21:55:16Z</dcterms:modified>
</cp:coreProperties>
</file>