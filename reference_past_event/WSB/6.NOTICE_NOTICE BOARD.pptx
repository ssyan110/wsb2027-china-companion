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sldIdLst>
    <p:sldId id="426" r:id="rId5"/>
    <p:sldId id="428" r:id="rId6"/>
    <p:sldId id="429" r:id="rId7"/>
    <p:sldId id="433" r:id="rId8"/>
    <p:sldId id="432" r:id="rId9"/>
    <p:sldId id="430" r:id="rId10"/>
    <p:sldId id="431" r:id="rId11"/>
    <p:sldId id="427" r:id="rId12"/>
  </p:sldIdLst>
  <p:sldSz cx="9906000" cy="6858000" type="A4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E20987"/>
    <a:srgbClr val="FDB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77"/>
    <p:restoredTop sz="94733"/>
  </p:normalViewPr>
  <p:slideViewPr>
    <p:cSldViewPr snapToGrid="0">
      <p:cViewPr>
        <p:scale>
          <a:sx n="40" d="100"/>
          <a:sy n="40" d="100"/>
        </p:scale>
        <p:origin x="2696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4ACF-693F-4A82-913E-867EE3BE2F0F}" type="datetimeFigureOut">
              <a:t>21/9/25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783BB-28A5-4B55-9815-16111B15B4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9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57D6-4948-1F65-F25C-0584AA5E1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92488-EE67-BE20-CCB4-389828BC3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9DE5C-5CEB-FCAB-F3D4-84B2E953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1C63-E9AC-7D82-191C-1F2FE845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574C-71A1-725D-EEFA-05606020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45822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F7C-E7FC-0F7C-5888-99802F0B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E1460-5E10-AFDE-1EFA-88AFDB27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F138-1DA5-7397-F6C3-33490382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E197B-48AE-96A7-45C9-5E9BDE7E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4C754-3723-B377-1A2F-B81FF29A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614798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6F77-403F-0224-C72D-AA093DC3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A30C1-BB80-F693-C4BC-251ED1430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45FAE-6D57-F398-3D9C-A9239914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59696-CF32-22A8-637A-1F6AC0D6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AB86-CF1A-8EE8-F51D-0D9A364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9353079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3345-3607-2BD8-E02A-DE979831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1E2F-47E5-D6D0-5531-C56A22EC5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9AFA2-B6C7-5E6A-FA0B-F545C3F68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75697-3A02-58B3-7532-1D9A2B08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D623E-0C64-6915-2B11-2B441745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7283-0F39-7511-7193-B1B7D509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550584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8F2B-0D4B-7C5E-7E89-AB978BFD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5E2C9-38FA-238E-9F96-C10B11BA7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340E6-18F5-D968-5066-D066ACC4F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7795B-A2E9-7F5B-B8BC-7D0D5B3C1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97DDD-02A4-F326-2B03-055030D97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ADFB4-CE62-F3BE-DAC6-E5901CA0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517BA-E723-B468-858E-F8088B51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BDB9E-9F02-3017-1839-34182C93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5553402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430-8549-D87E-B45D-923352D2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607AB-0C4A-A9AC-898E-C0F76E28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C4CF-D5D3-BD13-11EB-2C9342A2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BA907-75DF-E772-85A1-062A3984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375763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E476F-BD29-5E7F-842B-0BCC0340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7DC1-60CA-C9D5-40DA-938C07CC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B548C-FEE5-37B4-1ECF-C6D6AB81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5759102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24F3-B7BE-A74C-226F-7B6D1B65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8E6C4-392F-E60B-2554-0A6F605DC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57A38-74C6-7489-4C5E-635767084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87678-10D6-BDBC-2723-64D2F25A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04B8E-533F-A112-DD06-C4B42EA8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68C5D-4F0C-9611-FD68-B8630147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5635597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CE0E-1F87-1C76-4DD9-F450558D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10B8B-A6B6-F93D-C78A-994400557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15BCE-C58C-A856-CA9B-528DB11C0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37C5A-0734-906A-9661-A551EB4D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8074D-48DD-7D0E-F471-1873EFA4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7EE84-8112-924C-3DB6-CB38F79E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555416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7260-080E-9D2A-AF32-8880449B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6655-F179-745E-3F73-C3263AC47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BD59-E349-D199-CEC9-8784A6A4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CB8C-2FFD-BCE9-66C3-A8B10367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E3E3F-00AB-AC33-BAAB-19A007DE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8824205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37013B-BD84-1EC0-6910-081E45BA0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342A6-FA50-E9A4-FA15-A38F8E78F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0D523-EC66-D73F-120C-76AEDC31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0EB1-81C8-0C39-AD85-1DCF0D7F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FD2B-46CE-BD53-C331-F5F76A2D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991711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64928" y="554832"/>
            <a:ext cx="8992239" cy="4832604"/>
          </a:xfrm>
          <a:prstGeom prst="round1Rect">
            <a:avLst>
              <a:gd name="adj" fmla="val 15422"/>
            </a:avLst>
          </a:prstGeom>
        </p:spPr>
        <p:txBody>
          <a:bodyPr>
            <a:normAutofit/>
          </a:bodyPr>
          <a:lstStyle>
            <a:lvl1pPr algn="ctr">
              <a:defRPr sz="1625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79496"/>
      </p:ext>
    </p:extLst>
  </p:cSld>
  <p:clrMapOvr>
    <a:masterClrMapping/>
  </p:clrMapOvr>
  <p:transition>
    <p:random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ast Start Frid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D947609-788E-05EA-3A43-428FB7DADA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6C570-0D59-1441-9B8A-14BF1C8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B608C-2089-97E1-4B22-9C1CF08CC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54A3-7E07-FA18-0F68-C49FE4861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140E-B9F8-971D-0C52-7F89D3E2C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1F58-D6E6-10F5-D6A5-C7536549A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4963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ABB-D7A8-AA7B-5C28-0B407E00D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77" y="2235200"/>
            <a:ext cx="8750846" cy="2387600"/>
          </a:xfrm>
        </p:spPr>
        <p:txBody>
          <a:bodyPr>
            <a:noAutofit/>
          </a:bodyPr>
          <a:lstStyle/>
          <a:p>
            <a:r>
              <a:rPr lang="en-VN" sz="8000" b="1" dirty="0"/>
              <a:t>WSB</a:t>
            </a:r>
            <a:br>
              <a:rPr lang="en-VN" sz="8000" b="1" dirty="0"/>
            </a:br>
            <a:r>
              <a:rPr lang="en-VN" sz="8000" b="1" dirty="0"/>
              <a:t>HOSPITALITY DESK</a:t>
            </a:r>
            <a:endParaRPr lang="en-US" sz="8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15D5B-131C-F4E6-954F-8F6145CCB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221" y="5039625"/>
            <a:ext cx="9599559" cy="1655762"/>
          </a:xfrm>
        </p:spPr>
        <p:txBody>
          <a:bodyPr vert="horz" lIns="74295" tIns="37148" rIns="74295" bIns="37148" rtlCol="0" anchor="t">
            <a:noAutofit/>
          </a:bodyPr>
          <a:lstStyle/>
          <a:p>
            <a:r>
              <a:rPr lang="en-US" sz="4700" dirty="0"/>
              <a:t>Operation hour: 8.00 AM – 7.00 PM</a:t>
            </a:r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2D2CE6-515F-D168-22D4-F3E92FEC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01" y="861217"/>
            <a:ext cx="3215395" cy="98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9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ABB-D7A8-AA7B-5C28-0B407E00D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75" y="2870200"/>
            <a:ext cx="8750846" cy="2387600"/>
          </a:xfrm>
        </p:spPr>
        <p:txBody>
          <a:bodyPr>
            <a:noAutofit/>
          </a:bodyPr>
          <a:lstStyle/>
          <a:p>
            <a:r>
              <a:rPr lang="en-VN" sz="10000" b="1" dirty="0"/>
              <a:t>Express</a:t>
            </a:r>
            <a:br>
              <a:rPr lang="en-VN" sz="10000" b="1" dirty="0"/>
            </a:br>
            <a:r>
              <a:rPr lang="en-US" altLang="zh-CN" sz="10000" b="1" dirty="0"/>
              <a:t>Check-out</a:t>
            </a:r>
            <a:r>
              <a:rPr lang="zh-CN" altLang="en-US" sz="10000" b="1" dirty="0"/>
              <a:t> </a:t>
            </a:r>
            <a:r>
              <a:rPr lang="en-US" altLang="zh-CN" sz="10000" b="1" dirty="0"/>
              <a:t>Box</a:t>
            </a:r>
            <a:endParaRPr lang="en-US" sz="10000" b="1" dirty="0"/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2D2CE6-515F-D168-22D4-F3E92FEC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01" y="861217"/>
            <a:ext cx="3215395" cy="988995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5BF4FA76-2E29-8A26-32AA-840915673E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 dirty="0"/>
          </a:p>
          <a:p>
            <a:endParaRPr lang="en-VN" dirty="0"/>
          </a:p>
        </p:txBody>
      </p:sp>
      <p:pic>
        <p:nvPicPr>
          <p:cNvPr id="4" name="Graphic 3" descr="Line arrow Straight">
            <a:extLst>
              <a:ext uri="{FF2B5EF4-FFF2-40B4-BE49-F238E27FC236}">
                <a16:creationId xmlns:a16="http://schemas.microsoft.com/office/drawing/2014/main" id="{1323BF6D-327A-E837-CA64-7D7143D8D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920549" y="4793102"/>
            <a:ext cx="2064898" cy="206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4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ABB-D7A8-AA7B-5C28-0B407E00D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75" y="2870200"/>
            <a:ext cx="8750846" cy="2387600"/>
          </a:xfrm>
        </p:spPr>
        <p:txBody>
          <a:bodyPr>
            <a:noAutofit/>
          </a:bodyPr>
          <a:lstStyle/>
          <a:p>
            <a:r>
              <a:rPr lang="en-VN" sz="8000" b="1" dirty="0"/>
              <a:t>WRISTBAND</a:t>
            </a:r>
            <a:br>
              <a:rPr lang="en-VN" sz="8000" b="1" dirty="0"/>
            </a:br>
            <a:r>
              <a:rPr lang="en-VN" sz="8000" b="1" dirty="0"/>
              <a:t>PICK-UP</a:t>
            </a:r>
            <a:endParaRPr lang="en-US" sz="8000" b="1" dirty="0"/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2D2CE6-515F-D168-22D4-F3E92FEC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01" y="861217"/>
            <a:ext cx="3215395" cy="988995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5BF4FA76-2E29-8A26-32AA-840915673E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306318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ABB-D7A8-AA7B-5C28-0B407E00D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75" y="2870200"/>
            <a:ext cx="8750846" cy="2387600"/>
          </a:xfrm>
        </p:spPr>
        <p:txBody>
          <a:bodyPr>
            <a:noAutofit/>
          </a:bodyPr>
          <a:lstStyle/>
          <a:p>
            <a:r>
              <a:rPr lang="en-VN" sz="8000" b="1" dirty="0"/>
              <a:t>WRISTBAND</a:t>
            </a:r>
            <a:br>
              <a:rPr lang="en-VN" sz="8000" b="1" dirty="0"/>
            </a:br>
            <a:r>
              <a:rPr lang="en-VN" sz="8000" b="1" dirty="0"/>
              <a:t>PICK-UP</a:t>
            </a:r>
            <a:endParaRPr lang="en-US" sz="8000" b="1" dirty="0"/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2D2CE6-515F-D168-22D4-F3E92FEC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01" y="861217"/>
            <a:ext cx="3215395" cy="988995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5BF4FA76-2E29-8A26-32AA-840915673E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55376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ABB-D7A8-AA7B-5C28-0B407E00D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302" y="2744866"/>
            <a:ext cx="8723392" cy="2387600"/>
          </a:xfrm>
        </p:spPr>
        <p:txBody>
          <a:bodyPr>
            <a:noAutofit/>
          </a:bodyPr>
          <a:lstStyle/>
          <a:p>
            <a:r>
              <a:rPr lang="en-US" sz="5000" dirty="0"/>
              <a:t>The airport</a:t>
            </a:r>
            <a:r>
              <a:rPr lang="zh-CN" altLang="en-US" sz="5000" dirty="0"/>
              <a:t> </a:t>
            </a:r>
            <a:r>
              <a:rPr lang="en-US" altLang="zh-CN" sz="5000" dirty="0"/>
              <a:t>departure</a:t>
            </a:r>
            <a:r>
              <a:rPr lang="en-US" sz="5000" dirty="0"/>
              <a:t> transfer </a:t>
            </a:r>
            <a:r>
              <a:rPr lang="en-US" altLang="zh-CN" sz="5000" dirty="0"/>
              <a:t>details</a:t>
            </a:r>
            <a:r>
              <a:rPr lang="en-US" sz="5000" dirty="0"/>
              <a:t> will be available </a:t>
            </a:r>
            <a:r>
              <a:rPr lang="en-US" altLang="zh-CN" sz="5000" dirty="0"/>
              <a:t>tomorrow</a:t>
            </a:r>
            <a:r>
              <a:rPr lang="en-US" sz="5000" dirty="0"/>
              <a:t> </a:t>
            </a:r>
            <a:r>
              <a:rPr lang="en-US" altLang="zh-CN" sz="5000" dirty="0"/>
              <a:t>afternoon.</a:t>
            </a:r>
            <a:endParaRPr lang="en-US" sz="5000" b="1" dirty="0"/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2D2CE6-515F-D168-22D4-F3E92FEC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01" y="861217"/>
            <a:ext cx="3215395" cy="988995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5BF4FA76-2E29-8A26-32AA-840915673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68804" y="7076758"/>
            <a:ext cx="7429500" cy="1655762"/>
          </a:xfrm>
        </p:spPr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691058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ABB-D7A8-AA7B-5C28-0B407E00D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814" y="3179916"/>
            <a:ext cx="8750846" cy="2387600"/>
          </a:xfrm>
        </p:spPr>
        <p:txBody>
          <a:bodyPr>
            <a:noAutofit/>
          </a:bodyPr>
          <a:lstStyle/>
          <a:p>
            <a:r>
              <a:rPr lang="en-US" altLang="zh-CN" sz="10000" b="1" dirty="0"/>
              <a:t>SOIREE</a:t>
            </a:r>
            <a:br>
              <a:rPr lang="en-US" altLang="zh-CN" sz="10000" b="1" dirty="0"/>
            </a:br>
            <a:r>
              <a:rPr lang="en-US" altLang="zh-CN" sz="10000" b="1" dirty="0"/>
              <a:t>PICK-UP</a:t>
            </a:r>
            <a:endParaRPr lang="en-US" sz="10000" b="1" dirty="0"/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2D2CE6-515F-D168-22D4-F3E92FEC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01" y="861217"/>
            <a:ext cx="3215395" cy="98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0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ABB-D7A8-AA7B-5C28-0B407E00D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814" y="3179916"/>
            <a:ext cx="8750846" cy="2387600"/>
          </a:xfrm>
        </p:spPr>
        <p:txBody>
          <a:bodyPr>
            <a:noAutofit/>
          </a:bodyPr>
          <a:lstStyle/>
          <a:p>
            <a:r>
              <a:rPr lang="en-US" altLang="zh-CN" sz="20000" b="1" dirty="0"/>
              <a:t>1F</a:t>
            </a:r>
            <a:endParaRPr lang="en-US" sz="20000" b="1" dirty="0"/>
          </a:p>
        </p:txBody>
      </p:sp>
    </p:spTree>
    <p:extLst>
      <p:ext uri="{BB962C8B-B14F-4D97-AF65-F5344CB8AC3E}">
        <p14:creationId xmlns:p14="http://schemas.microsoft.com/office/powerpoint/2010/main" val="569035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2D2CE6-515F-D168-22D4-F3E92FEC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01" y="861217"/>
            <a:ext cx="3215395" cy="98899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AB48C88-8E39-4DA9-0482-2ADE62CA7434}"/>
              </a:ext>
            </a:extLst>
          </p:cNvPr>
          <p:cNvSpPr txBox="1">
            <a:spLocks/>
          </p:cNvSpPr>
          <p:nvPr/>
        </p:nvSpPr>
        <p:spPr>
          <a:xfrm>
            <a:off x="461197" y="4410016"/>
            <a:ext cx="9583838" cy="22813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800" dirty="0">
                <a:solidFill>
                  <a:srgbClr val="FF0000"/>
                </a:solidFill>
                <a:highlight>
                  <a:srgbClr val="FFFF00"/>
                </a:highlight>
              </a:rPr>
              <a:t>-</a:t>
            </a:r>
            <a:r>
              <a:rPr lang="en-US" sz="3800" dirty="0">
                <a:solidFill>
                  <a:srgbClr val="FF0000"/>
                </a:solidFill>
                <a:highlight>
                  <a:srgbClr val="FFFF00"/>
                </a:highlight>
              </a:rPr>
              <a:t>Please join only your assigned fleet.</a:t>
            </a:r>
          </a:p>
          <a:p>
            <a:pPr algn="l"/>
            <a:endParaRPr lang="en-US" sz="38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algn="l"/>
            <a:r>
              <a:rPr lang="en-US" altLang="zh-CN" sz="3800" dirty="0">
                <a:solidFill>
                  <a:srgbClr val="FF0000"/>
                </a:solidFill>
                <a:highlight>
                  <a:srgbClr val="FFFF00"/>
                </a:highlight>
              </a:rPr>
              <a:t>-</a:t>
            </a:r>
            <a:r>
              <a:rPr lang="en-US" sz="3800" dirty="0">
                <a:solidFill>
                  <a:srgbClr val="FF0000"/>
                </a:solidFill>
                <a:highlight>
                  <a:srgbClr val="FFFF00"/>
                </a:highlight>
              </a:rPr>
              <a:t>Late arrivals will be responsible for organizing their own transfer to the event venue.</a:t>
            </a:r>
          </a:p>
          <a:p>
            <a:pPr algn="l"/>
            <a:endParaRPr lang="en-US" sz="4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1C8EB-0EFD-70B4-13FB-F5DD82E7E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75" y="1041400"/>
            <a:ext cx="8750846" cy="2387600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Please</a:t>
            </a:r>
            <a:r>
              <a:rPr lang="zh-CN" altLang="en-US" sz="8000" b="1" dirty="0"/>
              <a:t> </a:t>
            </a:r>
            <a:r>
              <a:rPr lang="en-US" altLang="zh-CN" sz="8000" b="1" dirty="0"/>
              <a:t>be</a:t>
            </a:r>
            <a:r>
              <a:rPr lang="zh-CN" altLang="en-US" sz="8000" b="1" dirty="0"/>
              <a:t> </a:t>
            </a:r>
            <a:r>
              <a:rPr lang="en-US" altLang="zh-CN" sz="8000" b="1" dirty="0"/>
              <a:t>punctual!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840275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7e13fcd-dff2-415b-92dd-721a82e062f4" xsi:nil="true"/>
    <lcf76f155ced4ddcb4097134ff3c332f xmlns="d33ae075-394d-4e55-b0ad-505a7721498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B962030C32AD4BBCFDDB36A17CA3F1" ma:contentTypeVersion="14" ma:contentTypeDescription="Create a new document." ma:contentTypeScope="" ma:versionID="5761be0bf4b142f5ecec5e089f0e3acc">
  <xsd:schema xmlns:xsd="http://www.w3.org/2001/XMLSchema" xmlns:xs="http://www.w3.org/2001/XMLSchema" xmlns:p="http://schemas.microsoft.com/office/2006/metadata/properties" xmlns:ns2="d33ae075-394d-4e55-b0ad-505a7721498e" xmlns:ns3="e7e13fcd-dff2-415b-92dd-721a82e062f4" targetNamespace="http://schemas.microsoft.com/office/2006/metadata/properties" ma:root="true" ma:fieldsID="b75366660b4c5ab3d8b6540644156e8f" ns2:_="" ns3:_="">
    <xsd:import namespace="d33ae075-394d-4e55-b0ad-505a7721498e"/>
    <xsd:import namespace="e7e13fcd-dff2-415b-92dd-721a82e062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3ae075-394d-4e55-b0ad-505a772149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7c8c34-749a-4fb8-ba25-3fe2a278ba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13fcd-dff2-415b-92dd-721a82e062f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2000ef2-d9f1-4586-9ee2-48224ebd34ff}" ma:internalName="TaxCatchAll" ma:showField="CatchAllData" ma:web="e7e13fcd-dff2-415b-92dd-721a82e062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0A340B-022E-48FC-92DA-B9EC8E591B5B}">
  <ds:schemaRefs>
    <ds:schemaRef ds:uri="d33ae075-394d-4e55-b0ad-505a7721498e"/>
    <ds:schemaRef ds:uri="e7e13fcd-dff2-415b-92dd-721a82e062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F4B8F11-47EF-4BEF-B19C-392B28AEDB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F83A7F-6C5E-4D73-AD28-437E055C7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3ae075-394d-4e55-b0ad-505a7721498e"/>
    <ds:schemaRef ds:uri="e7e13fcd-dff2-415b-92dd-721a82e062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2684</TotalTime>
  <Words>65</Words>
  <Application>Microsoft Macintosh PowerPoint</Application>
  <PresentationFormat>A4 Paper (210x297 mm)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WSB HOSPITALITY DESK</vt:lpstr>
      <vt:lpstr>Express Check-out Box</vt:lpstr>
      <vt:lpstr>WRISTBAND PICK-UP</vt:lpstr>
      <vt:lpstr>WRISTBAND PICK-UP</vt:lpstr>
      <vt:lpstr>The airport departure transfer details will be available tomorrow afternoon.</vt:lpstr>
      <vt:lpstr>SOIREE PICK-UP</vt:lpstr>
      <vt:lpstr>1F</vt:lpstr>
      <vt:lpstr>Please be punctual!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NOTICE BOARD</dc:title>
  <dc:creator>June Nguyen - Journey Beyond Asia</dc:creator>
  <cp:lastModifiedBy>Adam Yan - Journey Beyond Asia</cp:lastModifiedBy>
  <cp:revision>1164</cp:revision>
  <cp:lastPrinted>2025-09-21T08:08:11Z</cp:lastPrinted>
  <dcterms:created xsi:type="dcterms:W3CDTF">2025-07-31T10:13:32Z</dcterms:created>
  <dcterms:modified xsi:type="dcterms:W3CDTF">2025-09-21T08:08:59Z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0x01010091B962030C32AD4BBCFDDB36A17CA3F1</vt:lpwstr>
  </property>
  <property fmtid="{D5CDD505-2E9C-101B-9397-08002B2CF9AE}" pid="3" name="MediaServiceImageTags">
    <vt:lpwstr/>
  </property>
</Properties>
</file>