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3"/>
    <p:restoredTop sz="96341"/>
  </p:normalViewPr>
  <p:slideViewPr>
    <p:cSldViewPr snapToGrid="0">
      <p:cViewPr>
        <p:scale>
          <a:sx n="67" d="100"/>
          <a:sy n="67" d="100"/>
        </p:scale>
        <p:origin x="220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2B497-05B7-3344-83AE-97F8B2B75E8E}" type="datetimeFigureOut">
              <a:rPr lang="en-VN" smtClean="0"/>
              <a:t>12/9/25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D0EB-EDED-D84C-BE98-65981B32BE7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25072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2B497-05B7-3344-83AE-97F8B2B75E8E}" type="datetimeFigureOut">
              <a:rPr lang="en-VN" smtClean="0"/>
              <a:t>12/9/25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D0EB-EDED-D84C-BE98-65981B32BE7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5140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2B497-05B7-3344-83AE-97F8B2B75E8E}" type="datetimeFigureOut">
              <a:rPr lang="en-VN" smtClean="0"/>
              <a:t>12/9/25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D0EB-EDED-D84C-BE98-65981B32BE7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08950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2B497-05B7-3344-83AE-97F8B2B75E8E}" type="datetimeFigureOut">
              <a:rPr lang="en-VN" smtClean="0"/>
              <a:t>12/9/25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D0EB-EDED-D84C-BE98-65981B32BE7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44214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2B497-05B7-3344-83AE-97F8B2B75E8E}" type="datetimeFigureOut">
              <a:rPr lang="en-VN" smtClean="0"/>
              <a:t>12/9/25</a:t>
            </a:fld>
            <a:endParaRPr lang="en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D0EB-EDED-D84C-BE98-65981B32BE7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2544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2B497-05B7-3344-83AE-97F8B2B75E8E}" type="datetimeFigureOut">
              <a:rPr lang="en-VN" smtClean="0"/>
              <a:t>12/9/25</a:t>
            </a:fld>
            <a:endParaRPr lang="en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D0EB-EDED-D84C-BE98-65981B32BE7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12026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2B497-05B7-3344-83AE-97F8B2B75E8E}" type="datetimeFigureOut">
              <a:rPr lang="en-VN" smtClean="0"/>
              <a:t>12/9/25</a:t>
            </a:fld>
            <a:endParaRPr lang="en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D0EB-EDED-D84C-BE98-65981B32BE7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70178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2B497-05B7-3344-83AE-97F8B2B75E8E}" type="datetimeFigureOut">
              <a:rPr lang="en-VN" smtClean="0"/>
              <a:t>12/9/25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D0EB-EDED-D84C-BE98-65981B32BE7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7614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2B497-05B7-3344-83AE-97F8B2B75E8E}" type="datetimeFigureOut">
              <a:rPr lang="en-VN" smtClean="0"/>
              <a:t>12/9/25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D0EB-EDED-D84C-BE98-65981B32BE7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61930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2B497-05B7-3344-83AE-97F8B2B75E8E}" type="datetimeFigureOut">
              <a:rPr lang="en-VN" smtClean="0"/>
              <a:t>12/9/25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D0EB-EDED-D84C-BE98-65981B32BE7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68475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2B497-05B7-3344-83AE-97F8B2B75E8E}" type="datetimeFigureOut">
              <a:rPr lang="en-VN" smtClean="0"/>
              <a:t>12/9/25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D0EB-EDED-D84C-BE98-65981B32BE7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5822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2B497-05B7-3344-83AE-97F8B2B75E8E}" type="datetimeFigureOut">
              <a:rPr lang="en-VN" smtClean="0"/>
              <a:t>12/9/25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FD0EB-EDED-D84C-BE98-65981B32BE7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18390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163B17-03E7-A2F7-807B-53B68E74B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85750" y="6831885"/>
            <a:ext cx="7429500" cy="931655"/>
          </a:xfrm>
        </p:spPr>
        <p:txBody>
          <a:bodyPr>
            <a:noAutofit/>
          </a:bodyPr>
          <a:lstStyle/>
          <a:p>
            <a:r>
              <a:rPr lang="en-VN" sz="15000" b="1" dirty="0"/>
              <a:t>QUEUE</a:t>
            </a:r>
            <a:br>
              <a:rPr lang="en-VN" sz="15000" b="1" dirty="0"/>
            </a:br>
            <a:r>
              <a:rPr lang="en-VN" sz="15000" b="1" dirty="0"/>
              <a:t>HERE</a:t>
            </a:r>
            <a:endParaRPr lang="en-US" sz="15000" b="1" dirty="0"/>
          </a:p>
        </p:txBody>
      </p:sp>
      <p:pic>
        <p:nvPicPr>
          <p:cNvPr id="5" name="Picture 4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9265244F-C74B-1A1C-2926-39806DAC2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94" y="1109072"/>
            <a:ext cx="4874212" cy="14992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1888A7-388D-6695-E1AD-2A91F944D2A9}"/>
              </a:ext>
            </a:extLst>
          </p:cNvPr>
          <p:cNvSpPr txBox="1"/>
          <p:nvPr/>
        </p:nvSpPr>
        <p:spPr>
          <a:xfrm>
            <a:off x="1640690" y="8242930"/>
            <a:ext cx="35766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3000" dirty="0"/>
              <a:t>Please queue in 1 line</a:t>
            </a:r>
          </a:p>
        </p:txBody>
      </p:sp>
    </p:spTree>
    <p:extLst>
      <p:ext uri="{BB962C8B-B14F-4D97-AF65-F5344CB8AC3E}">
        <p14:creationId xmlns:p14="http://schemas.microsoft.com/office/powerpoint/2010/main" val="3269160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163B17-03E7-A2F7-807B-53B68E74B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85750" y="4487172"/>
            <a:ext cx="7429500" cy="931655"/>
          </a:xfrm>
        </p:spPr>
        <p:txBody>
          <a:bodyPr>
            <a:normAutofit/>
          </a:bodyPr>
          <a:lstStyle/>
          <a:p>
            <a:r>
              <a:rPr lang="en-VN" sz="4850" b="1" dirty="0"/>
              <a:t>WSB Hospitality Desk</a:t>
            </a:r>
            <a:endParaRPr lang="en-US" sz="4850" b="1" dirty="0"/>
          </a:p>
        </p:txBody>
      </p:sp>
      <p:pic>
        <p:nvPicPr>
          <p:cNvPr id="5" name="Picture 4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9265244F-C74B-1A1C-2926-39806DAC2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94" y="1109072"/>
            <a:ext cx="4874212" cy="14992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7105BE-585B-AD35-74E7-2CB2D5E12CD1}"/>
              </a:ext>
            </a:extLst>
          </p:cNvPr>
          <p:cNvSpPr txBox="1"/>
          <p:nvPr/>
        </p:nvSpPr>
        <p:spPr>
          <a:xfrm>
            <a:off x="991894" y="5741227"/>
            <a:ext cx="52877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We are temporarily away assisting with other tasks.</a:t>
            </a:r>
            <a:br>
              <a:rPr lang="en-US" sz="1800" dirty="0"/>
            </a:br>
            <a:endParaRPr lang="en-US" sz="1800" dirty="0"/>
          </a:p>
          <a:p>
            <a:r>
              <a:rPr lang="en-US" sz="1800" dirty="0"/>
              <a:t>Thank you for your patience — we will return shortly.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962066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917</TotalTime>
  <Words>32</Words>
  <Application>Microsoft Macintosh PowerPoint</Application>
  <PresentationFormat>A4 Paper (210x297 mm)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QUEUE HERE</vt:lpstr>
      <vt:lpstr>WSB Hospitality Desk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WSB Hospitality Desk</dc:title>
  <dc:creator>Adam Yan - Journey Beyond Asia</dc:creator>
  <cp:lastModifiedBy>Adam Yan - Journey Beyond Asia</cp:lastModifiedBy>
  <cp:revision>2</cp:revision>
  <cp:lastPrinted>2025-09-12T23:59:51Z</cp:lastPrinted>
  <dcterms:created xsi:type="dcterms:W3CDTF">2025-09-12T09:18:21Z</dcterms:created>
  <dcterms:modified xsi:type="dcterms:W3CDTF">2025-09-13T00:36:15Z</dcterms:modified>
</cp:coreProperties>
</file>