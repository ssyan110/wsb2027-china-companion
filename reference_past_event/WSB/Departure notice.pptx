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6"/>
  </p:notesMasterIdLst>
  <p:sldIdLst>
    <p:sldId id="389" r:id="rId5"/>
  </p:sldIdLst>
  <p:sldSz cx="9906000" cy="6858000" type="A4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0987"/>
    <a:srgbClr val="0432FF"/>
    <a:srgbClr val="FDB8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48225E-CD7C-AB3A-86F7-2C602EE175A7}" v="34" dt="2025-09-16T01:46:57.215"/>
    <p1510:client id="{93CE4798-96A6-17B2-790E-769872C41D2B}" v="46" dt="2025-09-16T23:09:55.625"/>
    <p1510:client id="{AEEFF287-ED89-BF2F-DE13-AB39117464CE}" v="1184" dt="2025-09-15T06:13:24.719"/>
    <p1510:client id="{D80D276A-8192-EDBB-08BD-E2A4130436D9}" v="25" dt="2025-09-15T06:16:30.4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59"/>
  </p:normalViewPr>
  <p:slideViewPr>
    <p:cSldViewPr snapToGrid="0">
      <p:cViewPr varScale="1">
        <p:scale>
          <a:sx n="110" d="100"/>
          <a:sy n="110" d="100"/>
        </p:scale>
        <p:origin x="12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034ACF-693F-4A82-913E-867EE3BE2F0F}" type="datetimeFigureOut">
              <a:t>21/9/25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783BB-28A5-4B55-9815-16111B15B41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899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29853-2746-E5CE-0060-94C5249C5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FC8D43-F683-77B4-EE7D-AC39266B60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940E19-B36A-1291-33FC-2D22627C1A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🎉 </a:t>
            </a:r>
            <a:r>
              <a:rPr lang="en-US" b="1"/>
              <a:t>Group B Only:</a:t>
            </a:r>
            <a:r>
              <a:rPr lang="en-US"/>
              <a:t> Evening </a:t>
            </a:r>
            <a:r>
              <a:rPr lang="en-US" b="1"/>
              <a:t>Soirée Party</a:t>
            </a:r>
            <a:r>
              <a:rPr lang="en-US"/>
              <a:t> – Time &amp; Venue: TBA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AAE27-0BE1-DCAB-CDD9-DC1114E6BC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52EBE-9BC1-4E7C-B110-F899DD879368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715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B57D6-4948-1F65-F25C-0584AA5E1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C92488-EE67-BE20-CCB4-389828BC3C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9DE5C-5CEB-FCAB-F3D4-84B2E9533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023-48BF-2845-8C27-071FA0E9F56F}" type="datetimeFigureOut">
              <a:rPr lang="en-VN" smtClean="0"/>
              <a:t>21/9/25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91C63-E9AC-7D82-191C-1F2FE8459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VN"/>
              <a:t>Plaza Hotel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C574C-71A1-725D-EEFA-05606020C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2122-D830-BC43-A53A-4B9989883E7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81458228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E2F7C-E7FC-0F7C-5888-99802F0B6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E1460-5E10-AFDE-1EFA-88AFDB275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5F138-1DA5-7397-F6C3-334903822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023-48BF-2845-8C27-071FA0E9F56F}" type="datetimeFigureOut">
              <a:rPr lang="en-VN" smtClean="0"/>
              <a:t>21/9/25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E197B-48AE-96A7-45C9-5E9BDE7E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VN"/>
              <a:t>Plaza Hotel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4C754-3723-B377-1A2F-B81FF29A1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2122-D830-BC43-A53A-4B9989883E7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061479808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F6F77-403F-0224-C72D-AA093DC3A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709739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A30C1-BB80-F693-C4BC-251ED1430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82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82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82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F45FAE-6D57-F398-3D9C-A92399144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023-48BF-2845-8C27-071FA0E9F56F}" type="datetimeFigureOut">
              <a:rPr lang="en-VN" smtClean="0"/>
              <a:t>21/9/25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59696-CF32-22A8-637A-1F6AC0D68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VN"/>
              <a:t>Plaza Hotel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6AB86-CF1A-8EE8-F51D-0D9A36446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2122-D830-BC43-A53A-4B9989883E7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693530796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33345-3607-2BD8-E02A-DE979831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11E2F-47E5-D6D0-5531-C56A22EC58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B9AFA2-B6C7-5E6A-FA0B-F545C3F68B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A75697-3A02-58B3-7532-1D9A2B08C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023-48BF-2845-8C27-071FA0E9F56F}" type="datetimeFigureOut">
              <a:rPr lang="en-VN" smtClean="0"/>
              <a:t>21/9/25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7D623E-0C64-6915-2B11-2B4417452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VN"/>
              <a:t>Plaza Hotel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47283-0F39-7511-7193-B1B7D509F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2122-D830-BC43-A53A-4B9989883E7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225505842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E8F2B-0D4B-7C5E-7E89-AB978BFD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F5E2C9-38FA-238E-9F96-C10B11BA7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E340E6-18F5-D968-5066-D066ACC4FB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77795B-A2E9-7F5B-B8BC-7D0D5B3C15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797DDD-02A4-F326-2B03-055030D971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0ADFB4-CE62-F3BE-DAC6-E5901CA06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023-48BF-2845-8C27-071FA0E9F56F}" type="datetimeFigureOut">
              <a:rPr lang="en-VN" smtClean="0"/>
              <a:t>21/9/25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9517BA-E723-B468-858E-F8088B519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VN"/>
              <a:t>Plaza Hotel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CBDB9E-9F02-3017-1839-34182C93C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2122-D830-BC43-A53A-4B9989883E7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455534020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59430-8549-D87E-B45D-923352D25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D607AB-0C4A-A9AC-898E-C0F76E280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023-48BF-2845-8C27-071FA0E9F56F}" type="datetimeFigureOut">
              <a:rPr lang="en-VN" smtClean="0"/>
              <a:t>21/9/25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67C4CF-D5D3-BD13-11EB-2C9342A21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VN"/>
              <a:t>Plaza Hotel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FBA907-75DF-E772-85A1-062A39842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2122-D830-BC43-A53A-4B9989883E7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443757636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FE476F-BD29-5E7F-842B-0BCC03408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023-48BF-2845-8C27-071FA0E9F56F}" type="datetimeFigureOut">
              <a:rPr lang="en-VN" smtClean="0"/>
              <a:t>21/9/25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F67DC1-60CA-C9D5-40DA-938C07CCD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VN"/>
              <a:t>Plaza Hotel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B548C-FEE5-37B4-1ECF-C6D6AB813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2122-D830-BC43-A53A-4B9989883E7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157591029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B24F3-B7BE-A74C-226F-7B6D1B658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8E6C4-392F-E60B-2554-0A6F605DC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57A38-74C6-7489-4C5E-635767084C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D87678-10D6-BDBC-2723-64D2F25A9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023-48BF-2845-8C27-071FA0E9F56F}" type="datetimeFigureOut">
              <a:rPr lang="en-VN" smtClean="0"/>
              <a:t>21/9/25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04B8E-533F-A112-DD06-C4B42EA8F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VN"/>
              <a:t>Plaza Hotel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468C5D-4F0C-9611-FD68-B8630147F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2122-D830-BC43-A53A-4B9989883E7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56355977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7CE0E-1F87-1C76-4DD9-F450558DC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810B8B-A6B6-F93D-C78A-9944005577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415BCE-C58C-A856-CA9B-528DB11C0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37C5A-0734-906A-9661-A551EB4D6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023-48BF-2845-8C27-071FA0E9F56F}" type="datetimeFigureOut">
              <a:rPr lang="en-VN" smtClean="0"/>
              <a:t>21/9/25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58074D-48DD-7D0E-F471-1873EFA44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VN"/>
              <a:t>Plaza Hotel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97EE84-8112-924C-3DB6-CB38F79ED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2122-D830-BC43-A53A-4B9989883E7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745554165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77260-080E-9D2A-AF32-8880449B5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C86655-F179-745E-3F73-C3263AC47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DBD59-E349-D199-CEC9-8784A6A45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023-48BF-2845-8C27-071FA0E9F56F}" type="datetimeFigureOut">
              <a:rPr lang="en-VN" smtClean="0"/>
              <a:t>21/9/25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BCB8C-2FFD-BCE9-66C3-A8B103671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VN"/>
              <a:t>Plaza Hotel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E3E3F-00AB-AC33-BAAB-19A007DE5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2122-D830-BC43-A53A-4B9989883E7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188242058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37013B-BD84-1EC0-6910-081E45BA05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0342A6-FA50-E9A4-FA15-A38F8E78F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0D523-EC66-D73F-120C-76AEDC314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023-48BF-2845-8C27-071FA0E9F56F}" type="datetimeFigureOut">
              <a:rPr lang="en-VN" smtClean="0"/>
              <a:t>21/9/25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790EB1-81C8-0C39-AD85-1DCF0D7FC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VN"/>
              <a:t>Plaza Hotel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9FD2B-46CE-BD53-C331-F5F76A2D9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2122-D830-BC43-A53A-4B9989883E7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89917113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464928" y="554832"/>
            <a:ext cx="8992239" cy="4832604"/>
          </a:xfrm>
          <a:prstGeom prst="round1Rect">
            <a:avLst>
              <a:gd name="adj" fmla="val 15422"/>
            </a:avLst>
          </a:prstGeom>
        </p:spPr>
        <p:txBody>
          <a:bodyPr>
            <a:normAutofit/>
          </a:bodyPr>
          <a:lstStyle>
            <a:lvl1pPr algn="ctr">
              <a:defRPr sz="1625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579496"/>
      </p:ext>
    </p:extLst>
  </p:cSld>
  <p:clrMapOvr>
    <a:masterClrMapping/>
  </p:clrMapOvr>
  <p:transition>
    <p:random/>
  </p:transition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ast Start Frida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DD947609-788E-05EA-3A43-428FB7DADA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52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F6C570-0D59-1441-9B8A-14BF1C82E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7B608C-2089-97E1-4B22-9C1CF08CC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254A3-7E07-FA18-0F68-C49FE4861C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E7B023-48BF-2845-8C27-071FA0E9F56F}" type="datetimeFigureOut">
              <a:rPr lang="en-VN" smtClean="0"/>
              <a:t>21/9/25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C140E-B9F8-971D-0C52-7F89D3E2CE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VN"/>
              <a:t>Plaza Hotel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01F58-D6E6-10F5-D6A5-C7536549AD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342122-D830-BC43-A53A-4B9989883E7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49633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F584E-FDB5-AE8C-3AEE-904C0A597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C977D4C-8268-BECD-3932-BFA11E9F467E}"/>
              </a:ext>
            </a:extLst>
          </p:cNvPr>
          <p:cNvCxnSpPr>
            <a:cxnSpLocks/>
          </p:cNvCxnSpPr>
          <p:nvPr/>
        </p:nvCxnSpPr>
        <p:spPr>
          <a:xfrm>
            <a:off x="9525" y="637255"/>
            <a:ext cx="9906215" cy="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369B8EF-307F-42F5-22E1-958BDCF71E7E}"/>
              </a:ext>
            </a:extLst>
          </p:cNvPr>
          <p:cNvSpPr txBox="1"/>
          <p:nvPr/>
        </p:nvSpPr>
        <p:spPr>
          <a:xfrm>
            <a:off x="5429451" y="114941"/>
            <a:ext cx="4364263" cy="425116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>
            <a:defPPr>
              <a:defRPr lang="en-US"/>
            </a:defPPr>
            <a:lvl1pPr marL="0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421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42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2632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84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105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526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947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685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275" b="1" dirty="0">
                <a:solidFill>
                  <a:srgbClr val="1FA680"/>
                </a:solidFill>
                <a:latin typeface="Aptos Display"/>
                <a:ea typeface="Cambria"/>
              </a:rPr>
              <a:t>DAY 6   9/18 (A)</a:t>
            </a:r>
            <a:endParaRPr lang="en-US" sz="2275" dirty="0">
              <a:solidFill>
                <a:srgbClr val="000000"/>
              </a:solidFill>
              <a:latin typeface="Aptos Display"/>
              <a:ea typeface="Cambri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22D7D0B-FE36-FFF8-1E9D-5ABDF6CE50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09" y="116773"/>
            <a:ext cx="1423802" cy="4395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F4B0AD-7177-2CA3-D1EE-299A2FC21462}"/>
              </a:ext>
            </a:extLst>
          </p:cNvPr>
          <p:cNvSpPr txBox="1"/>
          <p:nvPr/>
        </p:nvSpPr>
        <p:spPr>
          <a:xfrm>
            <a:off x="1756277" y="115379"/>
            <a:ext cx="6050541" cy="4875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2600" b="1">
                <a:solidFill>
                  <a:srgbClr val="1FA680"/>
                </a:solidFill>
                <a:latin typeface="Aptos Display"/>
                <a:ea typeface="Cambria"/>
              </a:rPr>
              <a:t>DEPARTURE DATE</a:t>
            </a:r>
            <a:endParaRPr lang="vi-VN" sz="2600">
              <a:latin typeface="Aptos Display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9CAC0B-35EF-FE5C-E947-752F5649B63E}"/>
              </a:ext>
            </a:extLst>
          </p:cNvPr>
          <p:cNvSpPr txBox="1"/>
          <p:nvPr/>
        </p:nvSpPr>
        <p:spPr>
          <a:xfrm>
            <a:off x="734034" y="3746781"/>
            <a:ext cx="7498964" cy="11522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500" dirty="0">
                <a:ea typeface="+mn-lt"/>
                <a:cs typeface="+mn-lt"/>
              </a:rPr>
              <a:t>Please check out at the</a:t>
            </a:r>
            <a:r>
              <a:rPr lang="en-US" sz="3500" b="1" dirty="0">
                <a:ea typeface="+mn-lt"/>
                <a:cs typeface="+mn-lt"/>
              </a:rPr>
              <a:t> </a:t>
            </a:r>
            <a:r>
              <a:rPr lang="en-US" sz="3500" b="1" dirty="0">
                <a:solidFill>
                  <a:srgbClr val="E20987"/>
                </a:solidFill>
                <a:ea typeface="+mn-lt"/>
                <a:cs typeface="+mn-lt"/>
              </a:rPr>
              <a:t>FRONT DESK</a:t>
            </a:r>
            <a:endParaRPr lang="en-US" sz="3500" dirty="0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sz="3500" dirty="0"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D86029-FACD-86DD-31B1-B3743D5D6708}"/>
              </a:ext>
            </a:extLst>
          </p:cNvPr>
          <p:cNvSpPr txBox="1"/>
          <p:nvPr/>
        </p:nvSpPr>
        <p:spPr>
          <a:xfrm>
            <a:off x="211541" y="1118188"/>
            <a:ext cx="9582173" cy="11522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500" dirty="0"/>
              <a:t>🍽 </a:t>
            </a:r>
            <a:r>
              <a:rPr lang="en-US" sz="3500" b="1" dirty="0"/>
              <a:t>Breakfast</a:t>
            </a:r>
            <a:r>
              <a:rPr lang="en-US" altLang="zh-CN" sz="3500" b="1" dirty="0"/>
              <a:t>:</a:t>
            </a:r>
            <a:r>
              <a:rPr lang="en-US" sz="3500" b="1" dirty="0"/>
              <a:t> 6:00 AM – 10:30 AM </a:t>
            </a:r>
          </a:p>
          <a:p>
            <a:r>
              <a:rPr lang="en-US" sz="3500" b="1" dirty="0"/>
              <a:t>     </a:t>
            </a:r>
            <a:r>
              <a:rPr lang="zh-CN" altLang="en-US" sz="3500" b="1" dirty="0"/>
              <a:t> </a:t>
            </a:r>
            <a:r>
              <a:rPr lang="en-US" sz="3500" b="1" dirty="0"/>
              <a:t>Venue:  </a:t>
            </a:r>
            <a:r>
              <a:rPr lang="en-US" altLang="zh-CN" sz="3500" b="1" dirty="0"/>
              <a:t>1F</a:t>
            </a:r>
            <a:r>
              <a:rPr lang="zh-CN" altLang="en-US" sz="3500" b="1" dirty="0"/>
              <a:t> </a:t>
            </a:r>
            <a:r>
              <a:rPr lang="en-US" altLang="zh-CN" sz="3500" b="1" dirty="0"/>
              <a:t>La</a:t>
            </a:r>
            <a:r>
              <a:rPr lang="zh-CN" altLang="en-US" sz="3500" b="1" dirty="0"/>
              <a:t> </a:t>
            </a:r>
            <a:r>
              <a:rPr lang="en-US" altLang="zh-CN" sz="3500" b="1" dirty="0"/>
              <a:t>Seine</a:t>
            </a:r>
            <a:r>
              <a:rPr lang="en-US" sz="3500" b="1" dirty="0"/>
              <a:t> </a:t>
            </a:r>
            <a:endParaRPr lang="en-US" sz="35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FAB1B5-B89C-48CF-85D4-B766315AE581}"/>
              </a:ext>
            </a:extLst>
          </p:cNvPr>
          <p:cNvSpPr txBox="1"/>
          <p:nvPr/>
        </p:nvSpPr>
        <p:spPr>
          <a:xfrm>
            <a:off x="734034" y="2812605"/>
            <a:ext cx="8942664" cy="8444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000" b="1" dirty="0">
                <a:solidFill>
                  <a:srgbClr val="0432FF"/>
                </a:solidFill>
              </a:rPr>
              <a:t>CHECK-OUT  TIME:  </a:t>
            </a:r>
            <a:r>
              <a:rPr lang="en-US" sz="5000" b="1" dirty="0">
                <a:solidFill>
                  <a:srgbClr val="0432FF"/>
                </a:solidFill>
                <a:highlight>
                  <a:srgbClr val="FFFF00"/>
                </a:highlight>
              </a:rPr>
              <a:t>11:00 AM</a:t>
            </a:r>
            <a:endParaRPr lang="en-US" sz="5000" dirty="0">
              <a:solidFill>
                <a:srgbClr val="0432FF"/>
              </a:solidFill>
              <a:highlight>
                <a:srgbClr val="FFFF00"/>
              </a:highligh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4F85B9-9233-4BA0-B754-862F2CD8193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335" r="16786" b="17564"/>
          <a:stretch/>
        </p:blipFill>
        <p:spPr>
          <a:xfrm>
            <a:off x="231844" y="2816272"/>
            <a:ext cx="502190" cy="51780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1ABA801-30C0-19B4-0526-0BC6B98F37A3}"/>
              </a:ext>
            </a:extLst>
          </p:cNvPr>
          <p:cNvSpPr txBox="1"/>
          <p:nvPr/>
        </p:nvSpPr>
        <p:spPr>
          <a:xfrm>
            <a:off x="850199" y="4988734"/>
            <a:ext cx="8918479" cy="9675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2900" b="1" dirty="0">
                <a:solidFill>
                  <a:srgbClr val="0432FF"/>
                </a:solidFill>
                <a:highlight>
                  <a:srgbClr val="FFFF00"/>
                </a:highlight>
              </a:rPr>
              <a:t>After</a:t>
            </a:r>
            <a:r>
              <a:rPr lang="zh-CN" altLang="en-US" sz="2900" b="1" dirty="0">
                <a:solidFill>
                  <a:srgbClr val="0432FF"/>
                </a:solidFill>
                <a:highlight>
                  <a:srgbClr val="FFFF00"/>
                </a:highlight>
              </a:rPr>
              <a:t> </a:t>
            </a:r>
            <a:r>
              <a:rPr lang="en-US" altLang="zh-CN" sz="2900" b="1" dirty="0">
                <a:solidFill>
                  <a:srgbClr val="0432FF"/>
                </a:solidFill>
                <a:highlight>
                  <a:srgbClr val="FFFF00"/>
                </a:highlight>
              </a:rPr>
              <a:t>check-out,</a:t>
            </a:r>
            <a:r>
              <a:rPr lang="zh-CN" altLang="en-US" sz="2900" b="1" dirty="0">
                <a:solidFill>
                  <a:srgbClr val="0432FF"/>
                </a:solidFill>
                <a:highlight>
                  <a:srgbClr val="FFFF00"/>
                </a:highlight>
              </a:rPr>
              <a:t> </a:t>
            </a:r>
            <a:r>
              <a:rPr lang="en-US" altLang="zh-CN" sz="2900" b="1" dirty="0">
                <a:solidFill>
                  <a:srgbClr val="0432FF"/>
                </a:solidFill>
                <a:highlight>
                  <a:srgbClr val="FFFF00"/>
                </a:highlight>
              </a:rPr>
              <a:t>please</a:t>
            </a:r>
            <a:r>
              <a:rPr lang="zh-CN" altLang="en-US" sz="2900" b="1" dirty="0">
                <a:solidFill>
                  <a:srgbClr val="0432FF"/>
                </a:solidFill>
                <a:highlight>
                  <a:srgbClr val="FFFF00"/>
                </a:highlight>
              </a:rPr>
              <a:t> </a:t>
            </a:r>
            <a:r>
              <a:rPr lang="en-US" altLang="zh-CN" sz="2900" b="1" dirty="0">
                <a:solidFill>
                  <a:srgbClr val="0432FF"/>
                </a:solidFill>
                <a:highlight>
                  <a:srgbClr val="FFFF00"/>
                </a:highlight>
              </a:rPr>
              <a:t>come</a:t>
            </a:r>
            <a:r>
              <a:rPr lang="zh-CN" altLang="en-US" sz="2900" b="1" dirty="0">
                <a:solidFill>
                  <a:srgbClr val="0432FF"/>
                </a:solidFill>
                <a:highlight>
                  <a:srgbClr val="FFFF00"/>
                </a:highlight>
              </a:rPr>
              <a:t> </a:t>
            </a:r>
            <a:r>
              <a:rPr lang="en-US" altLang="zh-CN" sz="2900" b="1" dirty="0">
                <a:solidFill>
                  <a:srgbClr val="0432FF"/>
                </a:solidFill>
                <a:highlight>
                  <a:srgbClr val="FFFF00"/>
                </a:highlight>
              </a:rPr>
              <a:t>to</a:t>
            </a:r>
            <a:r>
              <a:rPr lang="zh-CN" altLang="en-US" sz="2900" b="1" dirty="0">
                <a:solidFill>
                  <a:srgbClr val="0432FF"/>
                </a:solidFill>
                <a:highlight>
                  <a:srgbClr val="FFFF00"/>
                </a:highlight>
              </a:rPr>
              <a:t> </a:t>
            </a:r>
            <a:r>
              <a:rPr lang="en-US" altLang="zh-CN" sz="2900" b="1" dirty="0" err="1">
                <a:solidFill>
                  <a:srgbClr val="0432FF"/>
                </a:solidFill>
                <a:highlight>
                  <a:srgbClr val="FFFF00"/>
                </a:highlight>
              </a:rPr>
              <a:t>JBA</a:t>
            </a:r>
            <a:r>
              <a:rPr lang="zh-CN" altLang="en-US" sz="2900" b="1" dirty="0">
                <a:solidFill>
                  <a:srgbClr val="0432FF"/>
                </a:solidFill>
                <a:highlight>
                  <a:srgbClr val="FFFF00"/>
                </a:highlight>
              </a:rPr>
              <a:t> </a:t>
            </a:r>
            <a:r>
              <a:rPr lang="en-US" altLang="zh-CN" sz="2900" b="1" dirty="0">
                <a:solidFill>
                  <a:srgbClr val="0432FF"/>
                </a:solidFill>
                <a:highlight>
                  <a:srgbClr val="FFFF00"/>
                </a:highlight>
              </a:rPr>
              <a:t>to</a:t>
            </a:r>
            <a:r>
              <a:rPr lang="zh-CN" altLang="en-US" sz="2900" b="1" dirty="0">
                <a:solidFill>
                  <a:srgbClr val="0432FF"/>
                </a:solidFill>
                <a:highlight>
                  <a:srgbClr val="FFFF00"/>
                </a:highlight>
              </a:rPr>
              <a:t> </a:t>
            </a:r>
            <a:r>
              <a:rPr lang="en-VN" altLang="zh-CN" sz="2900" b="1" dirty="0">
                <a:solidFill>
                  <a:srgbClr val="0432FF"/>
                </a:solidFill>
                <a:highlight>
                  <a:srgbClr val="FFFF00"/>
                </a:highlight>
              </a:rPr>
              <a:t>get</a:t>
            </a:r>
            <a:r>
              <a:rPr lang="zh-CN" altLang="en-US" sz="2900" b="1" dirty="0">
                <a:solidFill>
                  <a:srgbClr val="0432FF"/>
                </a:solidFill>
                <a:highlight>
                  <a:srgbClr val="FFFF00"/>
                </a:highlight>
              </a:rPr>
              <a:t> </a:t>
            </a:r>
            <a:r>
              <a:rPr lang="en-US" altLang="zh-CN" sz="2900" b="1" dirty="0">
                <a:solidFill>
                  <a:srgbClr val="FF0000"/>
                </a:solidFill>
                <a:highlight>
                  <a:srgbClr val="FFFF00"/>
                </a:highlight>
              </a:rPr>
              <a:t>Terminal</a:t>
            </a:r>
            <a:r>
              <a:rPr lang="zh-CN" altLang="en-US" sz="2900" b="1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zh-CN" sz="2900" b="1" dirty="0">
                <a:solidFill>
                  <a:srgbClr val="FF0000"/>
                </a:solidFill>
                <a:highlight>
                  <a:srgbClr val="FFFF00"/>
                </a:highlight>
              </a:rPr>
              <a:t>Stickers</a:t>
            </a:r>
            <a:r>
              <a:rPr lang="zh-CN" altLang="en-US" sz="2900" b="1" dirty="0">
                <a:solidFill>
                  <a:srgbClr val="0432FF"/>
                </a:solidFill>
                <a:highlight>
                  <a:srgbClr val="FFFF00"/>
                </a:highlight>
              </a:rPr>
              <a:t> </a:t>
            </a:r>
            <a:r>
              <a:rPr lang="en-US" altLang="zh-CN" sz="2900" b="1" dirty="0">
                <a:solidFill>
                  <a:srgbClr val="0432FF"/>
                </a:solidFill>
                <a:highlight>
                  <a:srgbClr val="FFFF00"/>
                </a:highlight>
              </a:rPr>
              <a:t>to</a:t>
            </a:r>
            <a:r>
              <a:rPr lang="zh-CN" altLang="en-US" sz="2900" b="1" dirty="0">
                <a:solidFill>
                  <a:srgbClr val="0432FF"/>
                </a:solidFill>
                <a:highlight>
                  <a:srgbClr val="FFFF00"/>
                </a:highlight>
              </a:rPr>
              <a:t> </a:t>
            </a:r>
            <a:r>
              <a:rPr lang="en-US" altLang="zh-CN" sz="2900" b="1" dirty="0">
                <a:solidFill>
                  <a:srgbClr val="0432FF"/>
                </a:solidFill>
                <a:highlight>
                  <a:srgbClr val="FFFF00"/>
                </a:highlight>
              </a:rPr>
              <a:t>ensure</a:t>
            </a:r>
            <a:r>
              <a:rPr lang="zh-CN" altLang="en-US" sz="2900" b="1" dirty="0">
                <a:solidFill>
                  <a:srgbClr val="0432FF"/>
                </a:solidFill>
                <a:highlight>
                  <a:srgbClr val="FFFF00"/>
                </a:highlight>
              </a:rPr>
              <a:t> </a:t>
            </a:r>
            <a:r>
              <a:rPr lang="en-US" altLang="zh-CN" sz="2900" b="1" dirty="0">
                <a:solidFill>
                  <a:srgbClr val="0432FF"/>
                </a:solidFill>
                <a:highlight>
                  <a:srgbClr val="FFFF00"/>
                </a:highlight>
              </a:rPr>
              <a:t>your</a:t>
            </a:r>
            <a:r>
              <a:rPr lang="zh-CN" altLang="en-US" sz="2900" b="1" dirty="0">
                <a:solidFill>
                  <a:srgbClr val="0432FF"/>
                </a:solidFill>
                <a:highlight>
                  <a:srgbClr val="FFFF00"/>
                </a:highlight>
              </a:rPr>
              <a:t> </a:t>
            </a:r>
            <a:r>
              <a:rPr lang="en-US" altLang="zh-CN" sz="2900" b="1" dirty="0">
                <a:solidFill>
                  <a:srgbClr val="0432FF"/>
                </a:solidFill>
                <a:highlight>
                  <a:srgbClr val="FFFF00"/>
                </a:highlight>
              </a:rPr>
              <a:t>luggage</a:t>
            </a:r>
            <a:r>
              <a:rPr lang="zh-CN" altLang="en-US" sz="2900" b="1" dirty="0">
                <a:solidFill>
                  <a:srgbClr val="0432FF"/>
                </a:solidFill>
                <a:highlight>
                  <a:srgbClr val="FFFF00"/>
                </a:highlight>
              </a:rPr>
              <a:t> </a:t>
            </a:r>
            <a:r>
              <a:rPr lang="en-US" altLang="zh-CN" sz="2900" b="1" dirty="0">
                <a:solidFill>
                  <a:srgbClr val="0432FF"/>
                </a:solidFill>
                <a:highlight>
                  <a:srgbClr val="FFFF00"/>
                </a:highlight>
              </a:rPr>
              <a:t>is</a:t>
            </a:r>
            <a:r>
              <a:rPr lang="zh-CN" altLang="en-US" sz="2900" b="1" dirty="0">
                <a:solidFill>
                  <a:srgbClr val="0432FF"/>
                </a:solidFill>
                <a:highlight>
                  <a:srgbClr val="FFFF00"/>
                </a:highlight>
              </a:rPr>
              <a:t> </a:t>
            </a:r>
            <a:r>
              <a:rPr lang="en-US" altLang="zh-CN" sz="2900" b="1" dirty="0">
                <a:solidFill>
                  <a:srgbClr val="0432FF"/>
                </a:solidFill>
                <a:highlight>
                  <a:srgbClr val="FFFF00"/>
                </a:highlight>
              </a:rPr>
              <a:t>handled</a:t>
            </a:r>
            <a:r>
              <a:rPr lang="zh-CN" altLang="en-US" sz="2900" b="1" dirty="0">
                <a:solidFill>
                  <a:srgbClr val="0432FF"/>
                </a:solidFill>
                <a:highlight>
                  <a:srgbClr val="FFFF00"/>
                </a:highlight>
              </a:rPr>
              <a:t> </a:t>
            </a:r>
            <a:r>
              <a:rPr lang="en-US" altLang="zh-CN" sz="2900" b="1" dirty="0">
                <a:solidFill>
                  <a:srgbClr val="0432FF"/>
                </a:solidFill>
                <a:highlight>
                  <a:srgbClr val="FFFF00"/>
                </a:highlight>
              </a:rPr>
              <a:t>correctly.</a:t>
            </a:r>
            <a:endParaRPr lang="en-US" sz="2900" dirty="0">
              <a:solidFill>
                <a:srgbClr val="0432FF"/>
              </a:solidFill>
              <a:highlight>
                <a:srgbClr val="FFFF00"/>
              </a:highlight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B26AAAA-FB62-5D2C-33BC-C0D896ED41A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335" r="16786" b="17564"/>
          <a:stretch/>
        </p:blipFill>
        <p:spPr>
          <a:xfrm>
            <a:off x="231844" y="5213616"/>
            <a:ext cx="502190" cy="517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492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B962030C32AD4BBCFDDB36A17CA3F1" ma:contentTypeVersion="14" ma:contentTypeDescription="Create a new document." ma:contentTypeScope="" ma:versionID="5761be0bf4b142f5ecec5e089f0e3acc">
  <xsd:schema xmlns:xsd="http://www.w3.org/2001/XMLSchema" xmlns:xs="http://www.w3.org/2001/XMLSchema" xmlns:p="http://schemas.microsoft.com/office/2006/metadata/properties" xmlns:ns2="d33ae075-394d-4e55-b0ad-505a7721498e" xmlns:ns3="e7e13fcd-dff2-415b-92dd-721a82e062f4" targetNamespace="http://schemas.microsoft.com/office/2006/metadata/properties" ma:root="true" ma:fieldsID="b75366660b4c5ab3d8b6540644156e8f" ns2:_="" ns3:_="">
    <xsd:import namespace="d33ae075-394d-4e55-b0ad-505a7721498e"/>
    <xsd:import namespace="e7e13fcd-dff2-415b-92dd-721a82e062f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3ae075-394d-4e55-b0ad-505a772149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7c8c34-749a-4fb8-ba25-3fe2a278ba6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e13fcd-dff2-415b-92dd-721a82e062f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2000ef2-d9f1-4586-9ee2-48224ebd34ff}" ma:internalName="TaxCatchAll" ma:showField="CatchAllData" ma:web="e7e13fcd-dff2-415b-92dd-721a82e062f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7e13fcd-dff2-415b-92dd-721a82e062f4" xsi:nil="true"/>
    <lcf76f155ced4ddcb4097134ff3c332f xmlns="d33ae075-394d-4e55-b0ad-505a7721498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06C159F-DFB1-4D7C-9AB4-48EC5464710D}">
  <ds:schemaRefs>
    <ds:schemaRef ds:uri="d33ae075-394d-4e55-b0ad-505a7721498e"/>
    <ds:schemaRef ds:uri="e7e13fcd-dff2-415b-92dd-721a82e062f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F4B8F11-47EF-4BEF-B19C-392B28AEDB5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00A340B-022E-48FC-92DA-B9EC8E591B5B}">
  <ds:schemaRefs>
    <ds:schemaRef ds:uri="d33ae075-394d-4e55-b0ad-505a7721498e"/>
    <ds:schemaRef ds:uri="e7e13fcd-dff2-415b-92dd-721a82e062f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68</Words>
  <Application>Microsoft Macintosh PowerPoint</Application>
  <PresentationFormat>A4 Paper (210x297 mm)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NOTICE BOARD</dc:title>
  <dc:creator>June Nguyen - Journey Beyond Asia</dc:creator>
  <cp:lastModifiedBy>Adam Yan - Journey Beyond Asia</cp:lastModifiedBy>
  <cp:revision>27</cp:revision>
  <cp:lastPrinted>2025-09-21T07:54:10Z</cp:lastPrinted>
  <dcterms:created xsi:type="dcterms:W3CDTF">2025-07-31T10:13:32Z</dcterms:created>
  <dcterms:modified xsi:type="dcterms:W3CDTF">2025-09-21T07:59:10Z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0x01010091B962030C32AD4BBCFDDB36A17CA3F1</vt:lpwstr>
  </property>
  <property fmtid="{D5CDD505-2E9C-101B-9397-08002B2CF9AE}" pid="3" name="MediaServiceImageTags">
    <vt:lpwstr/>
  </property>
</Properties>
</file>